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Relationship Id="rId4" Type="http://schemas.openxmlformats.org/officeDocument/2006/relationships/custom-properties" Target="docProps/custom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commentAuthors.xml><?xml version="1.0" encoding="utf-8"?>
<p:cmAuthorLst xmlns:p="http://schemas.openxmlformats.org/presentationml/2006/main">
  <p:cmAuthor id="0" name="BURAN_TEST_COMMENTAUTHOR_DO_NOT_LEAK" initials="BTC" lastIdx="1" clrIdx="0"/>
</p:cmAuthorLst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1-06-15T13:30:00Z" idx="1">
    <p:pos x="100" y="100"/>
    <p:text>Visible comment body stays</p:text>
  </p:cm>
</p:cmLst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comments" Target="../comments/commen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Visible slide text stays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 xmlns:vt="http://schemas.openxmlformats.org/officeDocument/2006/docPropsVTypes">
  <Application>BURAN_TEST_APP_DO_NOT_LEAK</Application>
  <AppVersion>16.0000</AppVersion>
  <Company>BURAN_TEST_COMPANY_DO_NOT_LEAK</Company>
  <Manager>BURAN_TEST_MANAGER_DO_NOT_LEAK</Manager>
  <Template>BURAN_TEST_TEMPLATE_DO_NOT_LEAK</Templ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BURAN_TEST_TITLE_DO_NOT_LEAK</dc:title>
  <dc:subject>BURAN_TEST_SUBJECT_DO_NOT_LEAK</dc:subject>
  <dc:creator>BURAN_TEST_AUTHOR_DO_NOT_LEAK</dc:creator>
  <cp:keywords>BURAN_TEST_KEYWORDS_DO_NOT_LEAK</cp:keywords>
  <dc:description>desc BURAN_TEST_AUTHOR_DO_NOT_LEAK</dc:description>
  <cp:lastModifiedBy>BURAN_TEST_LASTMODBY_DO_NOT_LEAK</cp:lastModifiedBy>
  <cp:revision>7</cp:revision>
  <dcterms:created xsi:type="dcterms:W3CDTF">2021-06-15T13:30:00Z</dcterms:created>
  <dcterms:modified xsi:type="dcterms:W3CDTF">2022-07-16T14:31:00Z</dcterms:modified>
  <cp:category>SecretCategory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ecretField">
    <vt:lpwstr>BURAN_TEST_CUSTOMPROP_DO_NOT_LEAK</vt:lpwstr>
  </property>
</Properties>
</file>